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6e60434465bc806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6e60434465bc806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6e60434465bc806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6e60434465bc806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6e60434465bc8066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6e60434465bc806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6e60434465bc8066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6e60434465bc806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6e60434465bc8066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6e60434465bc806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6e60434465bc806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h6e60434465bc806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311700" y="1821000"/>
            <a:ext cx="8520600" cy="150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480"/>
              <a:t>German Manufacturing Industry: Market Trends &amp; Performance </a:t>
            </a:r>
            <a:endParaRPr sz="29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ctrTitle"/>
          </p:nvPr>
        </p:nvSpPr>
        <p:spPr>
          <a:xfrm>
            <a:off x="1935078" y="36378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Project objectives</a:t>
            </a:r>
            <a:endParaRPr sz="3600"/>
          </a:p>
        </p:txBody>
      </p:sp>
      <p:sp>
        <p:nvSpPr>
          <p:cNvPr id="134" name="Google Shape;134;p14"/>
          <p:cNvSpPr txBox="1"/>
          <p:nvPr>
            <p:ph idx="1" type="subTitle"/>
          </p:nvPr>
        </p:nvSpPr>
        <p:spPr>
          <a:xfrm>
            <a:off x="1891350" y="1617949"/>
            <a:ext cx="5361300" cy="21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Building an ETL pipeline, extracting Federal Statistical Data regarding the manufacturing industry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Conducting an illustrative analysis to test the datas value: Comparing three industrial sectors performance and market 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Result: Two fully operational ETL-Functions and Data Studio Dashboard built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GENISIS Database</a:t>
            </a:r>
            <a:endParaRPr/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Database: Two tables: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42111-0026 → monthly data, based on obligatory reports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48121-0003 → annual, based on multiple statistical surveys carried out by the Federal Statistical Office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773300" y="2421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ETL-Functions</a:t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063" y="736425"/>
            <a:ext cx="7598167" cy="30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75" y="479100"/>
            <a:ext cx="8684549" cy="417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325" y="214625"/>
            <a:ext cx="6449801" cy="474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>
            <p:ph type="title"/>
          </p:nvPr>
        </p:nvSpPr>
        <p:spPr>
          <a:xfrm>
            <a:off x="819150" y="1961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for your attention!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